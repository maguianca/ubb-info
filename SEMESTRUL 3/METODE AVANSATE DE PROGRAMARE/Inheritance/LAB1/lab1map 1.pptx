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5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9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78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63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70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5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3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9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8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62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A7B01-5BC8-460C-9941-C6F0D1C3A9C2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762DB-BBEB-4AA7-833B-14E67026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5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Lab1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02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78856"/>
            <a:ext cx="12107008" cy="3693319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Această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clasă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Java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numită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"Car"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Mașină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)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definește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o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structură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bază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un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obiect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tip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mașină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Atribute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private: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year;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Reprezintă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anul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fabricație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al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mașinii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private double price;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Reprezintă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prețul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mașinii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Constructori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public Car()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Acesta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este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un constructor implicit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fără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parametri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). Nu face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nimic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specific,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dar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permite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crearea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unui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obiect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Car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fără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specifica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valori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inițiale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public Car(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year, double price)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Acesta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este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un constructor cu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parametri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 El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primește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anul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prețul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ca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argumente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le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atribuie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atributelor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corespunzătoare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ale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obiectului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folosind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cuvântul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cheie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Metode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getter: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getYear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Returnează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anul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fabricație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al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mașinii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public double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getPrice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Returnează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prețul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mașinii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Metoda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toString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public String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Această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metodă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suprascrie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metoda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implicită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toString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()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returnează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o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reprezentare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sub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formă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șir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caractere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obiectului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Car.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Aceasta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include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informații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despre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anul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fabricație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preț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Această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clasă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permite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crearea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obiecte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Car, fie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fără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parametri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inițiali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fie cu an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preț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specificate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asemenea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oferă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metode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accesa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anul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prețul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mașinii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precum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o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metodă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obține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o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descriere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textuală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mașinii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Utilizarea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cuvântului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cheie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în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constructor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în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metoda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toString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() se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referă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la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instanța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curentă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obiectului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ajutând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la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diferențierea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între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parametrii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metodei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atributele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clasei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atunci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când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au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același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nume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07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Structura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tipică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unui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proiect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Java care include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folderele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"domain", "repository", "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utils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"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fișierul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"Application.java":</a:t>
            </a:r>
          </a:p>
          <a:p>
            <a:endParaRPr lang="en-US" b="0" i="0" dirty="0" smtClean="0">
              <a:solidFill>
                <a:srgbClr val="000000"/>
              </a:solidFill>
              <a:effectLst/>
              <a:latin typeface="-apple-system"/>
            </a:endParaRPr>
          </a:p>
          <a:p>
            <a:pPr fontAlgn="t">
              <a:buFont typeface="+mj-lt"/>
              <a:buAutoNum type="arabi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Folder "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domain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":</a:t>
            </a:r>
            <a:b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conține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obicei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clasele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care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reprezintă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entitățile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principale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ale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aplicației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cunoscute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ca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obiecte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domeniu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sau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modele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Aceste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clase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definesc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structura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comportamentul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obiectelor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bază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cu care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lucrează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aplicația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fontAlgn="t"/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Exemplu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În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cazul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unei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aplicații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gestionare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unei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biblioteci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aici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ați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putea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avea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clase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precum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</a:p>
          <a:p>
            <a:pPr fontAlgn="t"/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"Book.java", "Author.java", "User.java".</a:t>
            </a:r>
          </a:p>
          <a:p>
            <a:pPr fontAlgn="t"/>
            <a:endParaRPr lang="en-US" b="0" i="0" dirty="0" smtClean="0">
              <a:solidFill>
                <a:srgbClr val="000000"/>
              </a:solidFill>
              <a:effectLst/>
              <a:latin typeface="-apple-system"/>
            </a:endParaRPr>
          </a:p>
          <a:p>
            <a:pPr fontAlgn="t"/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2.Folder "repository":</a:t>
            </a:r>
            <a:b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conține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clasele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responsabile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accesul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la date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interacțiunea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cu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sursa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date (de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exemplu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, o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bază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date).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Aceste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clase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gestionează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operațiunile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CRUD (Create, Read, Update, Delete) </a:t>
            </a:r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obiectele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domeniu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fontAlgn="t"/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Exemplu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: "BookRepository.java", "AuthorRepository.java", "UserRepository.java".</a:t>
            </a:r>
          </a:p>
          <a:p>
            <a:pPr fontAlgn="t"/>
            <a:endParaRPr lang="en-US" b="1" i="0" dirty="0" smtClean="0">
              <a:solidFill>
                <a:srgbClr val="000000"/>
              </a:solidFill>
              <a:effectLst/>
              <a:latin typeface="-apple-system"/>
            </a:endParaRPr>
          </a:p>
          <a:p>
            <a:pPr fontAlgn="t"/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3.Folder "</a:t>
            </a:r>
            <a:r>
              <a:rPr lang="en-US" b="1" i="0" dirty="0" err="1" smtClean="0">
                <a:solidFill>
                  <a:srgbClr val="000000"/>
                </a:solidFill>
                <a:effectLst/>
                <a:latin typeface="-apple-system"/>
              </a:rPr>
              <a:t>utils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":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conține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clase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utilitare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care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oferă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funcționalități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comune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folosite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în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întreaga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aplicație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Aceste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clase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obicei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conțin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metode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statice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care pot fi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utilizate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fără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instanția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clasa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fontAlgn="t"/>
            <a:endParaRPr lang="en-US" b="0" i="0" dirty="0" smtClean="0">
              <a:solidFill>
                <a:srgbClr val="000000"/>
              </a:solidFill>
              <a:effectLst/>
              <a:latin typeface="-apple-system"/>
            </a:endParaRPr>
          </a:p>
          <a:p>
            <a:pPr fontAlgn="t"/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Exemplu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: "DateUtils.java" (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manipularea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datelor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), "StringUtils.java" (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operații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șiruri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), "ValidationUtils.java" (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validări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).</a:t>
            </a:r>
          </a:p>
          <a:p>
            <a:pPr fontAlgn="t"/>
            <a:endParaRPr lang="en-US" b="0" i="0" dirty="0" smtClean="0">
              <a:solidFill>
                <a:srgbClr val="000000"/>
              </a:solidFill>
              <a:effectLst/>
              <a:latin typeface="-apple-system"/>
            </a:endParaRPr>
          </a:p>
          <a:p>
            <a:pPr fontAlgn="t"/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Fișierul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"Application.java":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este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obicei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punctul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intrare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principal al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aplicației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În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cazul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unei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aplicații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Spring Boot, 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exemplu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acest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fișier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ar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conține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metoda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main()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ar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fi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annotat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cu @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SpringBootApplication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fontAlgn="t">
              <a:buFont typeface="+mj-lt"/>
              <a:buAutoNum type="arabi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Exemplu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conținut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simplu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Application.java: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60001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650" y="0"/>
            <a:ext cx="4977442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public class Car {</a:t>
            </a:r>
          </a:p>
          <a:p>
            <a:r>
              <a:rPr lang="en-US" sz="1200" dirty="0" smtClean="0"/>
              <a:t>    private </a:t>
            </a:r>
            <a:r>
              <a:rPr lang="en-US" sz="1200" dirty="0" err="1" smtClean="0"/>
              <a:t>int</a:t>
            </a:r>
            <a:r>
              <a:rPr lang="en-US" sz="1200" dirty="0" smtClean="0"/>
              <a:t> year;</a:t>
            </a:r>
          </a:p>
          <a:p>
            <a:r>
              <a:rPr lang="en-US" sz="1200" dirty="0" smtClean="0"/>
              <a:t>    private double price;</a:t>
            </a:r>
          </a:p>
          <a:p>
            <a:endParaRPr lang="en-US" sz="1200" dirty="0" smtClean="0"/>
          </a:p>
          <a:p>
            <a:r>
              <a:rPr lang="en-US" sz="1200" dirty="0" smtClean="0"/>
              <a:t>    // Constructor implicit</a:t>
            </a:r>
          </a:p>
          <a:p>
            <a:r>
              <a:rPr lang="en-US" sz="1200" dirty="0" smtClean="0"/>
              <a:t>    public Car() {</a:t>
            </a:r>
          </a:p>
          <a:p>
            <a:r>
              <a:rPr lang="en-US" sz="1200" dirty="0" smtClean="0"/>
              <a:t>    }</a:t>
            </a:r>
          </a:p>
          <a:p>
            <a:endParaRPr lang="en-US" sz="1200" dirty="0" smtClean="0"/>
          </a:p>
          <a:p>
            <a:r>
              <a:rPr lang="en-US" sz="1200" dirty="0" smtClean="0"/>
              <a:t>    // Constructor cu </a:t>
            </a:r>
            <a:r>
              <a:rPr lang="en-US" sz="1200" dirty="0" err="1" smtClean="0"/>
              <a:t>parametri</a:t>
            </a:r>
            <a:endParaRPr lang="en-US" sz="1200" dirty="0" smtClean="0"/>
          </a:p>
          <a:p>
            <a:r>
              <a:rPr lang="en-US" sz="1200" dirty="0" smtClean="0"/>
              <a:t>    public Car(</a:t>
            </a:r>
            <a:r>
              <a:rPr lang="en-US" sz="1200" dirty="0" err="1" smtClean="0"/>
              <a:t>int</a:t>
            </a:r>
            <a:r>
              <a:rPr lang="en-US" sz="1200" dirty="0" smtClean="0"/>
              <a:t> year, double price) {</a:t>
            </a:r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this.year</a:t>
            </a:r>
            <a:r>
              <a:rPr lang="en-US" sz="1200" dirty="0" smtClean="0"/>
              <a:t> = year;</a:t>
            </a:r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this.price</a:t>
            </a:r>
            <a:r>
              <a:rPr lang="en-US" sz="1200" dirty="0" smtClean="0"/>
              <a:t> = price;</a:t>
            </a:r>
          </a:p>
          <a:p>
            <a:r>
              <a:rPr lang="en-US" sz="1200" dirty="0" smtClean="0"/>
              <a:t>    }</a:t>
            </a:r>
          </a:p>
          <a:p>
            <a:endParaRPr lang="en-US" sz="1200" dirty="0" smtClean="0"/>
          </a:p>
          <a:p>
            <a:r>
              <a:rPr lang="en-US" sz="1200" dirty="0" smtClean="0"/>
              <a:t>    // Getters</a:t>
            </a:r>
          </a:p>
          <a:p>
            <a:r>
              <a:rPr lang="en-US" sz="1200" dirty="0" smtClean="0"/>
              <a:t>    public 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 smtClean="0"/>
              <a:t>getYear</a:t>
            </a:r>
            <a:r>
              <a:rPr lang="en-US" sz="1200" dirty="0" smtClean="0"/>
              <a:t>() {</a:t>
            </a:r>
          </a:p>
          <a:p>
            <a:r>
              <a:rPr lang="en-US" sz="1200" dirty="0" smtClean="0"/>
              <a:t>        return year;</a:t>
            </a:r>
          </a:p>
          <a:p>
            <a:r>
              <a:rPr lang="en-US" sz="1200" dirty="0" smtClean="0"/>
              <a:t>    }</a:t>
            </a:r>
          </a:p>
          <a:p>
            <a:endParaRPr lang="en-US" sz="1200" dirty="0" smtClean="0"/>
          </a:p>
          <a:p>
            <a:r>
              <a:rPr lang="en-US" sz="1200" dirty="0" smtClean="0"/>
              <a:t>    public double </a:t>
            </a:r>
            <a:r>
              <a:rPr lang="en-US" sz="1200" dirty="0" err="1" smtClean="0"/>
              <a:t>getPrice</a:t>
            </a:r>
            <a:r>
              <a:rPr lang="en-US" sz="1200" dirty="0" smtClean="0"/>
              <a:t>() {</a:t>
            </a:r>
          </a:p>
          <a:p>
            <a:r>
              <a:rPr lang="en-US" sz="1200" dirty="0" smtClean="0"/>
              <a:t>        return price;</a:t>
            </a:r>
          </a:p>
          <a:p>
            <a:r>
              <a:rPr lang="en-US" sz="1200" dirty="0" smtClean="0"/>
              <a:t>    }</a:t>
            </a:r>
          </a:p>
          <a:p>
            <a:endParaRPr lang="en-US" sz="1200" dirty="0" smtClean="0"/>
          </a:p>
          <a:p>
            <a:r>
              <a:rPr lang="en-US" sz="1200" dirty="0" smtClean="0"/>
              <a:t>    // </a:t>
            </a:r>
            <a:r>
              <a:rPr lang="en-US" sz="1200" dirty="0" err="1" smtClean="0"/>
              <a:t>Metoda</a:t>
            </a:r>
            <a:r>
              <a:rPr lang="en-US" sz="1200" dirty="0" smtClean="0"/>
              <a:t> </a:t>
            </a:r>
            <a:r>
              <a:rPr lang="en-US" sz="1200" dirty="0" err="1" smtClean="0"/>
              <a:t>toString</a:t>
            </a:r>
            <a:endParaRPr lang="en-US" sz="1200" dirty="0" smtClean="0"/>
          </a:p>
          <a:p>
            <a:r>
              <a:rPr lang="en-US" sz="1200" dirty="0" smtClean="0"/>
              <a:t>    @Override</a:t>
            </a:r>
          </a:p>
          <a:p>
            <a:r>
              <a:rPr lang="en-US" sz="1200" dirty="0" smtClean="0"/>
              <a:t>    public String </a:t>
            </a:r>
            <a:r>
              <a:rPr lang="en-US" sz="1200" dirty="0" err="1" smtClean="0"/>
              <a:t>toString</a:t>
            </a:r>
            <a:r>
              <a:rPr lang="en-US" sz="1200" dirty="0" smtClean="0"/>
              <a:t>() {</a:t>
            </a:r>
          </a:p>
          <a:p>
            <a:r>
              <a:rPr lang="en-US" sz="1200" dirty="0" smtClean="0"/>
              <a:t>        return "Car [year=" + year + ", price=" + price + "]";</a:t>
            </a:r>
          </a:p>
          <a:p>
            <a:r>
              <a:rPr lang="en-US" sz="1200" dirty="0" smtClean="0"/>
              <a:t>    }</a:t>
            </a:r>
          </a:p>
          <a:p>
            <a:r>
              <a:rPr lang="en-US" sz="1200" dirty="0" smtClean="0"/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71122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public class </a:t>
            </a:r>
            <a:r>
              <a:rPr lang="en-US" dirty="0" err="1" smtClean="0"/>
              <a:t>AudiCar</a:t>
            </a:r>
            <a:r>
              <a:rPr lang="en-US" dirty="0" smtClean="0"/>
              <a:t> extends Car {</a:t>
            </a:r>
          </a:p>
          <a:p>
            <a:r>
              <a:rPr lang="en-US" dirty="0" smtClean="0"/>
              <a:t>    private String market;</a:t>
            </a:r>
          </a:p>
          <a:p>
            <a:endParaRPr lang="en-US" dirty="0" smtClean="0"/>
          </a:p>
          <a:p>
            <a:r>
              <a:rPr lang="en-US" dirty="0" smtClean="0"/>
              <a:t>    public </a:t>
            </a:r>
            <a:r>
              <a:rPr lang="en-US" dirty="0" err="1" smtClean="0"/>
              <a:t>AudiCar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year, double price, String market) {</a:t>
            </a:r>
          </a:p>
          <a:p>
            <a:r>
              <a:rPr lang="en-US" dirty="0" smtClean="0"/>
              <a:t>        super(year, price);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this.market</a:t>
            </a:r>
            <a:r>
              <a:rPr lang="en-US" dirty="0" smtClean="0"/>
              <a:t> = market;</a:t>
            </a:r>
          </a:p>
          <a:p>
            <a:r>
              <a:rPr lang="en-US" dirty="0" smtClean="0"/>
              <a:t>    }</a:t>
            </a:r>
          </a:p>
          <a:p>
            <a:endParaRPr lang="en-US" dirty="0" smtClean="0"/>
          </a:p>
          <a:p>
            <a:r>
              <a:rPr lang="en-US" dirty="0" smtClean="0"/>
              <a:t>    @Override</a:t>
            </a:r>
          </a:p>
          <a:p>
            <a:r>
              <a:rPr lang="en-US" dirty="0" smtClean="0"/>
              <a:t>    public String </a:t>
            </a:r>
            <a:r>
              <a:rPr lang="en-US" dirty="0" err="1" smtClean="0"/>
              <a:t>toString</a:t>
            </a:r>
            <a:r>
              <a:rPr lang="en-US" dirty="0" smtClean="0"/>
              <a:t>() {</a:t>
            </a:r>
          </a:p>
          <a:p>
            <a:r>
              <a:rPr lang="en-US" dirty="0" smtClean="0"/>
              <a:t>        return "</a:t>
            </a:r>
            <a:r>
              <a:rPr lang="en-US" dirty="0" err="1" smtClean="0"/>
              <a:t>AudiCar</a:t>
            </a:r>
            <a:r>
              <a:rPr lang="en-US" dirty="0" smtClean="0"/>
              <a:t> [" + </a:t>
            </a:r>
            <a:r>
              <a:rPr lang="en-US" dirty="0" err="1" smtClean="0"/>
              <a:t>super.toString</a:t>
            </a:r>
            <a:r>
              <a:rPr lang="en-US" dirty="0" smtClean="0"/>
              <a:t>() + ", market=" + market + "]";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3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public class </a:t>
            </a:r>
            <a:r>
              <a:rPr lang="en-US" dirty="0" err="1" smtClean="0"/>
              <a:t>PorscheCar</a:t>
            </a:r>
            <a:r>
              <a:rPr lang="en-US" dirty="0" smtClean="0"/>
              <a:t> extends Car {</a:t>
            </a:r>
          </a:p>
          <a:p>
            <a:r>
              <a:rPr lang="en-US" dirty="0" smtClean="0"/>
              <a:t>    private String model;</a:t>
            </a:r>
          </a:p>
          <a:p>
            <a:endParaRPr lang="en-US" dirty="0" smtClean="0"/>
          </a:p>
          <a:p>
            <a:r>
              <a:rPr lang="en-US" dirty="0" smtClean="0"/>
              <a:t>    public </a:t>
            </a:r>
            <a:r>
              <a:rPr lang="en-US" dirty="0" err="1" smtClean="0"/>
              <a:t>PorscheCar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year, double price, String model) {</a:t>
            </a:r>
          </a:p>
          <a:p>
            <a:r>
              <a:rPr lang="en-US" dirty="0" smtClean="0"/>
              <a:t>        super(year, price);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this.model</a:t>
            </a:r>
            <a:r>
              <a:rPr lang="en-US" dirty="0" smtClean="0"/>
              <a:t> = model;</a:t>
            </a:r>
          </a:p>
          <a:p>
            <a:r>
              <a:rPr lang="en-US" dirty="0" smtClean="0"/>
              <a:t>    }</a:t>
            </a:r>
          </a:p>
          <a:p>
            <a:endParaRPr lang="en-US" dirty="0" smtClean="0"/>
          </a:p>
          <a:p>
            <a:r>
              <a:rPr lang="en-US" dirty="0" smtClean="0"/>
              <a:t>    @Override</a:t>
            </a:r>
          </a:p>
          <a:p>
            <a:r>
              <a:rPr lang="en-US" dirty="0" smtClean="0"/>
              <a:t>    public String </a:t>
            </a:r>
            <a:r>
              <a:rPr lang="en-US" dirty="0" err="1" smtClean="0"/>
              <a:t>toString</a:t>
            </a:r>
            <a:r>
              <a:rPr lang="en-US" dirty="0" smtClean="0"/>
              <a:t>() {</a:t>
            </a:r>
          </a:p>
          <a:p>
            <a:r>
              <a:rPr lang="en-US" dirty="0" smtClean="0"/>
              <a:t>        return "</a:t>
            </a:r>
            <a:r>
              <a:rPr lang="en-US" dirty="0" err="1" smtClean="0"/>
              <a:t>PorscheCar</a:t>
            </a:r>
            <a:r>
              <a:rPr lang="en-US" dirty="0" smtClean="0"/>
              <a:t> [" + </a:t>
            </a:r>
            <a:r>
              <a:rPr lang="en-US" dirty="0" err="1" smtClean="0"/>
              <a:t>super.toString</a:t>
            </a:r>
            <a:r>
              <a:rPr lang="en-US" dirty="0" smtClean="0"/>
              <a:t>() + ", model=" + model + "]";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70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43841"/>
            <a:ext cx="668259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public class Application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Car car1 = new Car(2022, 30000);</a:t>
            </a:r>
          </a:p>
          <a:p>
            <a:r>
              <a:rPr lang="en-US" dirty="0" smtClean="0"/>
              <a:t>        Car car2 = new Car(2023, 35000);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AudiCar</a:t>
            </a:r>
            <a:r>
              <a:rPr lang="en-US" dirty="0" smtClean="0"/>
              <a:t> </a:t>
            </a:r>
            <a:r>
              <a:rPr lang="en-US" dirty="0" err="1" smtClean="0"/>
              <a:t>audiCar</a:t>
            </a:r>
            <a:r>
              <a:rPr lang="en-US" dirty="0" smtClean="0"/>
              <a:t> = new </a:t>
            </a:r>
            <a:r>
              <a:rPr lang="en-US" dirty="0" err="1" smtClean="0"/>
              <a:t>AudiCar</a:t>
            </a:r>
            <a:r>
              <a:rPr lang="en-US" dirty="0" smtClean="0"/>
              <a:t>(2022, 45000, "Germany");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PorscheCar</a:t>
            </a:r>
            <a:r>
              <a:rPr lang="en-US" dirty="0" smtClean="0"/>
              <a:t> </a:t>
            </a:r>
            <a:r>
              <a:rPr lang="en-US" dirty="0" err="1" smtClean="0"/>
              <a:t>porscheCar</a:t>
            </a:r>
            <a:r>
              <a:rPr lang="en-US" dirty="0" smtClean="0"/>
              <a:t> = new </a:t>
            </a:r>
            <a:r>
              <a:rPr lang="en-US" dirty="0" err="1" smtClean="0"/>
              <a:t>PorscheCar</a:t>
            </a:r>
            <a:r>
              <a:rPr lang="en-US" dirty="0" smtClean="0"/>
              <a:t>(2023, 80000, "911");</a:t>
            </a:r>
          </a:p>
          <a:p>
            <a:endParaRPr lang="en-US" dirty="0" smtClean="0"/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(car1);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(car2);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audiCar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porscheCar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948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294" y="125431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public void </a:t>
            </a:r>
            <a:r>
              <a:rPr lang="en-US" dirty="0" err="1" smtClean="0"/>
              <a:t>addVehicle</a:t>
            </a:r>
            <a:r>
              <a:rPr lang="en-US" dirty="0" smtClean="0"/>
              <a:t>(Vehicle </a:t>
            </a:r>
            <a:r>
              <a:rPr lang="en-US" dirty="0" err="1" smtClean="0"/>
              <a:t>newVehicle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if (</a:t>
            </a:r>
            <a:r>
              <a:rPr lang="en-US" dirty="0" err="1" smtClean="0"/>
              <a:t>numberOfVehicles</a:t>
            </a:r>
            <a:r>
              <a:rPr lang="en-US" dirty="0" smtClean="0"/>
              <a:t> &lt; MAX_CAPACITY) {</a:t>
            </a:r>
          </a:p>
          <a:p>
            <a:r>
              <a:rPr lang="en-US" dirty="0" smtClean="0"/>
              <a:t>        vehicles[</a:t>
            </a:r>
            <a:r>
              <a:rPr lang="en-US" dirty="0" err="1" smtClean="0"/>
              <a:t>numberOfVehicles</a:t>
            </a:r>
            <a:r>
              <a:rPr lang="en-US" dirty="0" smtClean="0"/>
              <a:t>] = </a:t>
            </a:r>
            <a:r>
              <a:rPr lang="en-US" dirty="0" err="1" smtClean="0"/>
              <a:t>newVehicle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numberOfVehicles</a:t>
            </a:r>
            <a:r>
              <a:rPr lang="en-US" dirty="0" smtClean="0"/>
              <a:t>++;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("Vehicle added successfully. Total vehicles: " + </a:t>
            </a:r>
            <a:r>
              <a:rPr lang="en-US" dirty="0" err="1" smtClean="0"/>
              <a:t>numberOfVehicles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} else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("No vehicles can be added to the stock. Repository is full.");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38022" y="3549316"/>
            <a:ext cx="11783684" cy="2769989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Mai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întâi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verificăm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dacă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numărul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curent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vehicule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(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numberOfVehicles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)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este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mic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decât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capacitatea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maximă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(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MAX_CAPACITY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).</a:t>
            </a: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Dacă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există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spațiu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disponibil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Adăugăm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noul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vehicul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(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newVehicle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)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în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array-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la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poziția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indicată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 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numberOfVehicles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Incrementăm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numberOfVehicles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reflecta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adăugarea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noului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vehicul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Afișăm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un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mesaj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confirmare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care include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numărul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total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vehicule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după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adăugare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Dacă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repository-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este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plin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adică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numberOfVehicles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este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egal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cu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MAX_CAPACITY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Afișăm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un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mesaj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care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indică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nu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pot fi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adăugate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vehicule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Această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implementare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asigură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Vehiculele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sunt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adăugate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secvențial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în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array.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Nu se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depășește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capacitatea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maximă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repository-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ului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oferă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feedback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utilizatorului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despre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rezultatul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operațiunii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adăugare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integra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această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implementare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în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clasa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VehicleRepository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înlocuiți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metoda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existentă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addVehicle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cu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această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nouă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versiune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681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69638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package repository;</a:t>
            </a:r>
          </a:p>
          <a:p>
            <a:endParaRPr lang="en-US" sz="1400" dirty="0" smtClean="0"/>
          </a:p>
          <a:p>
            <a:r>
              <a:rPr lang="en-US" sz="1400" dirty="0" smtClean="0"/>
              <a:t>import </a:t>
            </a:r>
            <a:r>
              <a:rPr lang="en-US" sz="1400" dirty="0" err="1" smtClean="0"/>
              <a:t>domain.Vehicle</a:t>
            </a:r>
            <a:r>
              <a:rPr lang="en-US" sz="1400" dirty="0" smtClean="0"/>
              <a:t>;</a:t>
            </a:r>
          </a:p>
          <a:p>
            <a:endParaRPr lang="en-US" sz="1400" dirty="0" smtClean="0"/>
          </a:p>
          <a:p>
            <a:r>
              <a:rPr lang="en-US" sz="1400" dirty="0" smtClean="0"/>
              <a:t>public class </a:t>
            </a:r>
            <a:r>
              <a:rPr lang="en-US" sz="1400" dirty="0" err="1" smtClean="0"/>
              <a:t>VehicleRepository</a:t>
            </a:r>
            <a:r>
              <a:rPr lang="en-US" sz="1400" dirty="0" smtClean="0"/>
              <a:t> {</a:t>
            </a:r>
          </a:p>
          <a:p>
            <a:r>
              <a:rPr lang="en-US" sz="1400" dirty="0" smtClean="0"/>
              <a:t>    private static final Integer MAX_CAPACITY = 100;</a:t>
            </a:r>
          </a:p>
          <a:p>
            <a:endParaRPr lang="en-US" sz="1400" dirty="0" smtClean="0"/>
          </a:p>
          <a:p>
            <a:r>
              <a:rPr lang="en-US" sz="1400" dirty="0" smtClean="0"/>
              <a:t>    private Vehicle[] vehicles;</a:t>
            </a:r>
          </a:p>
          <a:p>
            <a:r>
              <a:rPr lang="en-US" sz="1400" dirty="0" smtClean="0"/>
              <a:t>    private 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 err="1" smtClean="0"/>
              <a:t>numberOfVehicles</a:t>
            </a:r>
            <a:r>
              <a:rPr lang="en-US" sz="1400" dirty="0" smtClean="0"/>
              <a:t>;</a:t>
            </a:r>
          </a:p>
          <a:p>
            <a:endParaRPr lang="en-US" sz="1400" dirty="0" smtClean="0"/>
          </a:p>
          <a:p>
            <a:r>
              <a:rPr lang="en-US" sz="1400" dirty="0" smtClean="0"/>
              <a:t>    public </a:t>
            </a:r>
            <a:r>
              <a:rPr lang="en-US" sz="1400" dirty="0" err="1" smtClean="0"/>
              <a:t>VehicleRepository</a:t>
            </a:r>
            <a:r>
              <a:rPr lang="en-US" sz="1400" dirty="0" smtClean="0"/>
              <a:t>() {</a:t>
            </a:r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this.numberOfVehicles</a:t>
            </a:r>
            <a:r>
              <a:rPr lang="en-US" sz="1400" dirty="0" smtClean="0"/>
              <a:t> = 0; // there are no vehicles in the stock</a:t>
            </a:r>
          </a:p>
          <a:p>
            <a:r>
              <a:rPr lang="en-US" sz="1400" dirty="0" smtClean="0"/>
              <a:t>        vehicles = new Vehicle[MAX_CAPACITY];</a:t>
            </a:r>
          </a:p>
          <a:p>
            <a:r>
              <a:rPr lang="en-US" sz="1400" dirty="0" smtClean="0"/>
              <a:t>    }</a:t>
            </a:r>
          </a:p>
          <a:p>
            <a:endParaRPr lang="en-US" sz="1400" dirty="0" smtClean="0"/>
          </a:p>
          <a:p>
            <a:r>
              <a:rPr lang="en-US" sz="1400" dirty="0" smtClean="0"/>
              <a:t>    public void </a:t>
            </a:r>
            <a:r>
              <a:rPr lang="en-US" sz="1400" dirty="0" err="1" smtClean="0"/>
              <a:t>addVehicle</a:t>
            </a:r>
            <a:r>
              <a:rPr lang="en-US" sz="1400" dirty="0" smtClean="0"/>
              <a:t>(Vehicle </a:t>
            </a:r>
            <a:r>
              <a:rPr lang="en-US" sz="1400" dirty="0" err="1" smtClean="0"/>
              <a:t>newVehicle</a:t>
            </a:r>
            <a:r>
              <a:rPr lang="en-US" sz="1400" dirty="0" smtClean="0"/>
              <a:t>) {</a:t>
            </a:r>
          </a:p>
          <a:p>
            <a:r>
              <a:rPr lang="en-US" sz="1400" dirty="0" smtClean="0"/>
              <a:t>        if (</a:t>
            </a:r>
            <a:r>
              <a:rPr lang="en-US" sz="1400" dirty="0" err="1" smtClean="0"/>
              <a:t>numberOfVehicles</a:t>
            </a:r>
            <a:r>
              <a:rPr lang="en-US" sz="1400" dirty="0" smtClean="0"/>
              <a:t> &lt; MAX_CAPACITY) {</a:t>
            </a:r>
          </a:p>
          <a:p>
            <a:r>
              <a:rPr lang="en-US" sz="1400" dirty="0" smtClean="0"/>
              <a:t>            vehicles[</a:t>
            </a:r>
            <a:r>
              <a:rPr lang="en-US" sz="1400" dirty="0" err="1" smtClean="0"/>
              <a:t>numberOfVehicles</a:t>
            </a:r>
            <a:r>
              <a:rPr lang="en-US" sz="1400" dirty="0" smtClean="0"/>
              <a:t>] = </a:t>
            </a:r>
            <a:r>
              <a:rPr lang="en-US" sz="1400" dirty="0" err="1" smtClean="0"/>
              <a:t>newVehicle</a:t>
            </a:r>
            <a:r>
              <a:rPr lang="en-US" sz="1400" dirty="0" smtClean="0"/>
              <a:t>;</a:t>
            </a:r>
          </a:p>
          <a:p>
            <a:r>
              <a:rPr lang="en-US" sz="1400" dirty="0" smtClean="0"/>
              <a:t>            </a:t>
            </a:r>
            <a:r>
              <a:rPr lang="en-US" sz="1400" dirty="0" err="1" smtClean="0"/>
              <a:t>numberOfVehicles</a:t>
            </a:r>
            <a:r>
              <a:rPr lang="en-US" sz="1400" dirty="0" smtClean="0"/>
              <a:t>++;</a:t>
            </a:r>
          </a:p>
          <a:p>
            <a:r>
              <a:rPr lang="en-US" sz="1400" dirty="0" smtClean="0"/>
              <a:t>            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("Vehicle added successfully. Total vehicles: " + </a:t>
            </a:r>
            <a:r>
              <a:rPr lang="en-US" sz="1400" dirty="0" err="1" smtClean="0"/>
              <a:t>numberOfVehicles</a:t>
            </a:r>
            <a:r>
              <a:rPr lang="en-US" sz="1400" dirty="0" smtClean="0"/>
              <a:t>);</a:t>
            </a:r>
          </a:p>
          <a:p>
            <a:r>
              <a:rPr lang="en-US" sz="1400" dirty="0" smtClean="0"/>
              <a:t>        } else {</a:t>
            </a:r>
          </a:p>
          <a:p>
            <a:r>
              <a:rPr lang="en-US" sz="1400" dirty="0" smtClean="0"/>
              <a:t>            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("No vehicles can be added to the stock. Repository is full.");</a:t>
            </a:r>
          </a:p>
          <a:p>
            <a:r>
              <a:rPr lang="en-US" sz="1400" dirty="0" smtClean="0"/>
              <a:t>        }</a:t>
            </a:r>
          </a:p>
          <a:p>
            <a:r>
              <a:rPr lang="en-US" sz="1400" dirty="0" smtClean="0"/>
              <a:t>    }</a:t>
            </a:r>
          </a:p>
          <a:p>
            <a:r>
              <a:rPr lang="en-US" sz="1400" dirty="0" smtClean="0"/>
              <a:t>    public Vehicle </a:t>
            </a:r>
            <a:r>
              <a:rPr lang="en-US" sz="1400" dirty="0" err="1" smtClean="0"/>
              <a:t>getVehicleAtPosition</a:t>
            </a:r>
            <a:r>
              <a:rPr lang="en-US" sz="1400" dirty="0" smtClean="0"/>
              <a:t>(</a:t>
            </a:r>
            <a:r>
              <a:rPr lang="en-US" sz="1400" dirty="0" err="1" smtClean="0"/>
              <a:t>int</a:t>
            </a:r>
            <a:r>
              <a:rPr lang="en-US" sz="1400" dirty="0" smtClean="0"/>
              <a:t> position) {</a:t>
            </a:r>
          </a:p>
          <a:p>
            <a:r>
              <a:rPr lang="en-US" sz="1400" dirty="0" smtClean="0"/>
              <a:t>        return vehicles[position];</a:t>
            </a:r>
          </a:p>
          <a:p>
            <a:r>
              <a:rPr lang="en-US" sz="1400" dirty="0" smtClean="0"/>
              <a:t>    }</a:t>
            </a:r>
          </a:p>
          <a:p>
            <a:endParaRPr lang="en-US" sz="1400" dirty="0" smtClean="0"/>
          </a:p>
          <a:p>
            <a:r>
              <a:rPr lang="en-US" sz="1400" dirty="0" smtClean="0"/>
              <a:t>    public 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 err="1" smtClean="0"/>
              <a:t>getNumberOfVehicles</a:t>
            </a:r>
            <a:r>
              <a:rPr lang="en-US" sz="1400" dirty="0" smtClean="0"/>
              <a:t>() {</a:t>
            </a:r>
          </a:p>
          <a:p>
            <a:r>
              <a:rPr lang="en-US" sz="1400" dirty="0" smtClean="0"/>
              <a:t>        return </a:t>
            </a:r>
            <a:r>
              <a:rPr lang="en-US" sz="1400" dirty="0" err="1" smtClean="0"/>
              <a:t>numberOfVehicles</a:t>
            </a:r>
            <a:r>
              <a:rPr lang="en-US" sz="1400" dirty="0" smtClean="0"/>
              <a:t>;</a:t>
            </a:r>
          </a:p>
          <a:p>
            <a:r>
              <a:rPr lang="en-US" sz="1400" dirty="0" smtClean="0"/>
              <a:t>    }</a:t>
            </a:r>
          </a:p>
          <a:p>
            <a:r>
              <a:rPr lang="en-US" sz="1400" dirty="0" smtClean="0"/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70256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Instanțierea unui vehicul în metoda main:</a:t>
            </a:r>
            <a:endParaRPr kumimoji="0" lang="en-US" alt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 aceasta, vom crea o nouă clasă 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cu metoda 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 Iată cum ar arăta: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domain.Vehicle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repository.VehicleRepository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utils.MileageUnit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public class Application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// </a:t>
            </a:r>
            <a:r>
              <a:rPr lang="en-US" dirty="0" err="1" smtClean="0"/>
              <a:t>Creăm</a:t>
            </a:r>
            <a:r>
              <a:rPr lang="en-US" dirty="0" smtClean="0"/>
              <a:t> un repository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VehicleRepository</a:t>
            </a:r>
            <a:r>
              <a:rPr lang="en-US" dirty="0" smtClean="0"/>
              <a:t> repository = new </a:t>
            </a:r>
            <a:r>
              <a:rPr lang="en-US" dirty="0" err="1" smtClean="0"/>
              <a:t>VehicleRepository</a:t>
            </a:r>
            <a:r>
              <a:rPr lang="en-US" dirty="0" smtClean="0"/>
              <a:t>();</a:t>
            </a:r>
          </a:p>
          <a:p>
            <a:endParaRPr lang="en-US" dirty="0" smtClean="0"/>
          </a:p>
          <a:p>
            <a:r>
              <a:rPr lang="en-US" dirty="0" smtClean="0"/>
              <a:t>        // </a:t>
            </a:r>
            <a:r>
              <a:rPr lang="en-US" dirty="0" err="1" smtClean="0"/>
              <a:t>Instanțiem</a:t>
            </a:r>
            <a:r>
              <a:rPr lang="en-US" dirty="0" smtClean="0"/>
              <a:t> un </a:t>
            </a:r>
            <a:r>
              <a:rPr lang="en-US" dirty="0" err="1" smtClean="0"/>
              <a:t>vehicul</a:t>
            </a:r>
            <a:endParaRPr lang="en-US" dirty="0" smtClean="0"/>
          </a:p>
          <a:p>
            <a:r>
              <a:rPr lang="en-US" dirty="0" smtClean="0"/>
              <a:t>        Vehicle </a:t>
            </a:r>
            <a:r>
              <a:rPr lang="en-US" dirty="0" err="1" smtClean="0"/>
              <a:t>newVehicle</a:t>
            </a:r>
            <a:r>
              <a:rPr lang="en-US" dirty="0" smtClean="0"/>
              <a:t> = new Vehicle("ABC123", 50000.0, 2022, MileageUnit.KM);</a:t>
            </a:r>
          </a:p>
          <a:p>
            <a:endParaRPr lang="en-US" dirty="0" smtClean="0"/>
          </a:p>
          <a:p>
            <a:r>
              <a:rPr lang="en-US" dirty="0" smtClean="0"/>
              <a:t>        // </a:t>
            </a:r>
            <a:r>
              <a:rPr lang="en-US" dirty="0" err="1" smtClean="0"/>
              <a:t>Adăugăm</a:t>
            </a:r>
            <a:r>
              <a:rPr lang="en-US" dirty="0" smtClean="0"/>
              <a:t> </a:t>
            </a:r>
            <a:r>
              <a:rPr lang="en-US" dirty="0" err="1" smtClean="0"/>
              <a:t>vehiculul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repository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repository.addVehicle</a:t>
            </a:r>
            <a:r>
              <a:rPr lang="en-US" dirty="0" smtClean="0"/>
              <a:t>(</a:t>
            </a:r>
            <a:r>
              <a:rPr lang="en-US" dirty="0" err="1" smtClean="0"/>
              <a:t>newVehicle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77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1154" y="617180"/>
            <a:ext cx="1049834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import </a:t>
            </a:r>
            <a:r>
              <a:rPr lang="en-US" sz="1400" dirty="0" err="1" smtClean="0"/>
              <a:t>domain.Vehicle</a:t>
            </a:r>
            <a:r>
              <a:rPr lang="en-US" sz="1400" dirty="0" smtClean="0"/>
              <a:t>;</a:t>
            </a:r>
          </a:p>
          <a:p>
            <a:r>
              <a:rPr lang="en-US" sz="1400" dirty="0" smtClean="0"/>
              <a:t>import </a:t>
            </a:r>
            <a:r>
              <a:rPr lang="en-US" sz="1400" dirty="0" err="1" smtClean="0"/>
              <a:t>repository.VehicleRepository</a:t>
            </a:r>
            <a:r>
              <a:rPr lang="en-US" sz="1400" dirty="0" smtClean="0"/>
              <a:t>;</a:t>
            </a:r>
          </a:p>
          <a:p>
            <a:r>
              <a:rPr lang="en-US" sz="1400" dirty="0" smtClean="0"/>
              <a:t>import </a:t>
            </a:r>
            <a:r>
              <a:rPr lang="en-US" sz="1400" dirty="0" err="1" smtClean="0"/>
              <a:t>utils.MileageUnit</a:t>
            </a:r>
            <a:r>
              <a:rPr lang="en-US" sz="1400" dirty="0" smtClean="0"/>
              <a:t>;</a:t>
            </a:r>
          </a:p>
          <a:p>
            <a:endParaRPr lang="en-US" sz="1400" dirty="0" smtClean="0"/>
          </a:p>
          <a:p>
            <a:r>
              <a:rPr lang="en-US" sz="1400" dirty="0" smtClean="0"/>
              <a:t>public class Application {</a:t>
            </a:r>
          </a:p>
          <a:p>
            <a:r>
              <a:rPr lang="en-US" sz="1400" dirty="0" smtClean="0"/>
              <a:t>    public static void main(String[] </a:t>
            </a:r>
            <a:r>
              <a:rPr lang="en-US" sz="1400" dirty="0" err="1" smtClean="0"/>
              <a:t>args</a:t>
            </a:r>
            <a:r>
              <a:rPr lang="en-US" sz="1400" dirty="0" smtClean="0"/>
              <a:t>) {</a:t>
            </a:r>
          </a:p>
          <a:p>
            <a:r>
              <a:rPr lang="en-US" sz="1400" dirty="0" smtClean="0"/>
              <a:t>        // </a:t>
            </a:r>
            <a:r>
              <a:rPr lang="en-US" sz="1400" dirty="0" err="1" smtClean="0"/>
              <a:t>Creăm</a:t>
            </a:r>
            <a:r>
              <a:rPr lang="en-US" sz="1400" dirty="0" smtClean="0"/>
              <a:t> un repository</a:t>
            </a:r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VehicleRepository</a:t>
            </a:r>
            <a:r>
              <a:rPr lang="en-US" sz="1400" dirty="0" smtClean="0"/>
              <a:t> repository = new </a:t>
            </a:r>
            <a:r>
              <a:rPr lang="en-US" sz="1400" dirty="0" err="1" smtClean="0"/>
              <a:t>VehicleRepository</a:t>
            </a:r>
            <a:r>
              <a:rPr lang="en-US" sz="1400" dirty="0" smtClean="0"/>
              <a:t>();</a:t>
            </a:r>
          </a:p>
          <a:p>
            <a:endParaRPr lang="en-US" sz="1400" dirty="0" smtClean="0"/>
          </a:p>
          <a:p>
            <a:r>
              <a:rPr lang="en-US" sz="1400" dirty="0" smtClean="0"/>
              <a:t>        // </a:t>
            </a:r>
            <a:r>
              <a:rPr lang="en-US" sz="1400" dirty="0" err="1" smtClean="0"/>
              <a:t>Instanțiem</a:t>
            </a:r>
            <a:r>
              <a:rPr lang="en-US" sz="1400" dirty="0" smtClean="0"/>
              <a:t> </a:t>
            </a:r>
            <a:r>
              <a:rPr lang="en-US" sz="1400" dirty="0" err="1" smtClean="0"/>
              <a:t>și</a:t>
            </a:r>
            <a:r>
              <a:rPr lang="en-US" sz="1400" dirty="0" smtClean="0"/>
              <a:t> </a:t>
            </a:r>
            <a:r>
              <a:rPr lang="en-US" sz="1400" dirty="0" err="1" smtClean="0"/>
              <a:t>adăugăm</a:t>
            </a:r>
            <a:r>
              <a:rPr lang="en-US" sz="1400" dirty="0" smtClean="0"/>
              <a:t> </a:t>
            </a:r>
            <a:r>
              <a:rPr lang="en-US" sz="1400" dirty="0" err="1" smtClean="0"/>
              <a:t>câteva</a:t>
            </a:r>
            <a:r>
              <a:rPr lang="en-US" sz="1400" dirty="0" smtClean="0"/>
              <a:t> </a:t>
            </a:r>
            <a:r>
              <a:rPr lang="en-US" sz="1400" dirty="0" err="1" smtClean="0"/>
              <a:t>vehicule</a:t>
            </a:r>
            <a:endParaRPr lang="en-US" sz="1400" dirty="0" smtClean="0"/>
          </a:p>
          <a:p>
            <a:r>
              <a:rPr lang="en-US" sz="1400" dirty="0" smtClean="0"/>
              <a:t>        Vehicle vehicle1 = new Vehicle("ABC123", 50000.0, 2022, MileageUnit.KM);</a:t>
            </a:r>
          </a:p>
          <a:p>
            <a:r>
              <a:rPr lang="en-US" sz="1400" dirty="0" smtClean="0"/>
              <a:t>        Vehicle vehicle2 = new Vehicle("XYZ789", 30000.0, 2021, </a:t>
            </a:r>
            <a:r>
              <a:rPr lang="en-US" sz="1400" dirty="0" err="1" smtClean="0"/>
              <a:t>MileageUnit.MILES</a:t>
            </a:r>
            <a:r>
              <a:rPr lang="en-US" sz="1400" dirty="0" smtClean="0"/>
              <a:t>);</a:t>
            </a:r>
          </a:p>
          <a:p>
            <a:r>
              <a:rPr lang="en-US" sz="1400" dirty="0" smtClean="0"/>
              <a:t>        Vehicle vehicle3 = new Vehicle("DEF456", 75000.0, 2020, MileageUnit.KM);</a:t>
            </a:r>
          </a:p>
          <a:p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repository.addVehicle</a:t>
            </a:r>
            <a:r>
              <a:rPr lang="en-US" sz="1400" dirty="0" smtClean="0"/>
              <a:t>(vehicle1);</a:t>
            </a:r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repository.addVehicle</a:t>
            </a:r>
            <a:r>
              <a:rPr lang="en-US" sz="1400" dirty="0" smtClean="0"/>
              <a:t>(vehicle2);</a:t>
            </a:r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repository.addVehicle</a:t>
            </a:r>
            <a:r>
              <a:rPr lang="en-US" sz="1400" dirty="0" smtClean="0"/>
              <a:t>(vehicle3);</a:t>
            </a:r>
          </a:p>
          <a:p>
            <a:endParaRPr lang="en-US" sz="1400" dirty="0" smtClean="0"/>
          </a:p>
          <a:p>
            <a:r>
              <a:rPr lang="en-US" sz="1400" dirty="0" smtClean="0"/>
              <a:t>        // </a:t>
            </a:r>
            <a:r>
              <a:rPr lang="en-US" sz="1400" dirty="0" err="1" smtClean="0"/>
              <a:t>Afișăm</a:t>
            </a:r>
            <a:r>
              <a:rPr lang="en-US" sz="1400" dirty="0" smtClean="0"/>
              <a:t> </a:t>
            </a:r>
            <a:r>
              <a:rPr lang="en-US" sz="1400" dirty="0" err="1" smtClean="0"/>
              <a:t>datele</a:t>
            </a:r>
            <a:r>
              <a:rPr lang="en-US" sz="1400" dirty="0" smtClean="0"/>
              <a:t> </a:t>
            </a:r>
            <a:r>
              <a:rPr lang="en-US" sz="1400" dirty="0" err="1" smtClean="0"/>
              <a:t>vehiculelor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("\</a:t>
            </a:r>
            <a:r>
              <a:rPr lang="en-US" sz="1400" dirty="0" err="1" smtClean="0"/>
              <a:t>nVehicles</a:t>
            </a:r>
            <a:r>
              <a:rPr lang="en-US" sz="1400" dirty="0" smtClean="0"/>
              <a:t> in the repository:");</a:t>
            </a:r>
          </a:p>
          <a:p>
            <a:r>
              <a:rPr lang="en-US" sz="1400" dirty="0" smtClean="0"/>
              <a:t>        for (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 err="1" smtClean="0"/>
              <a:t>i</a:t>
            </a:r>
            <a:r>
              <a:rPr lang="en-US" sz="1400" dirty="0" smtClean="0"/>
              <a:t> = 0; </a:t>
            </a:r>
            <a:r>
              <a:rPr lang="en-US" sz="1400" dirty="0" err="1" smtClean="0"/>
              <a:t>i</a:t>
            </a:r>
            <a:r>
              <a:rPr lang="en-US" sz="1400" dirty="0" smtClean="0"/>
              <a:t> &lt; </a:t>
            </a:r>
            <a:r>
              <a:rPr lang="en-US" sz="1400" dirty="0" err="1" smtClean="0"/>
              <a:t>repository.getNumberOfVehicles</a:t>
            </a:r>
            <a:r>
              <a:rPr lang="en-US" sz="1400" dirty="0" smtClean="0"/>
              <a:t>(); </a:t>
            </a:r>
            <a:r>
              <a:rPr lang="en-US" sz="1400" dirty="0" err="1" smtClean="0"/>
              <a:t>i</a:t>
            </a:r>
            <a:r>
              <a:rPr lang="en-US" sz="1400" dirty="0" smtClean="0"/>
              <a:t>++) {</a:t>
            </a:r>
          </a:p>
          <a:p>
            <a:r>
              <a:rPr lang="en-US" sz="1400" dirty="0" smtClean="0"/>
              <a:t>            Vehicle </a:t>
            </a:r>
            <a:r>
              <a:rPr lang="en-US" sz="1400" dirty="0" err="1" smtClean="0"/>
              <a:t>vehicle</a:t>
            </a:r>
            <a:r>
              <a:rPr lang="en-US" sz="1400" dirty="0" smtClean="0"/>
              <a:t> = </a:t>
            </a:r>
            <a:r>
              <a:rPr lang="en-US" sz="1400" dirty="0" err="1" smtClean="0"/>
              <a:t>repository.getVehicleAtPosition</a:t>
            </a:r>
            <a:r>
              <a:rPr lang="en-US" sz="1400" dirty="0" smtClean="0"/>
              <a:t>(</a:t>
            </a:r>
            <a:r>
              <a:rPr lang="en-US" sz="1400" dirty="0" err="1" smtClean="0"/>
              <a:t>i</a:t>
            </a:r>
            <a:r>
              <a:rPr lang="en-US" sz="1400" dirty="0" smtClean="0"/>
              <a:t>);</a:t>
            </a:r>
          </a:p>
          <a:p>
            <a:r>
              <a:rPr lang="en-US" sz="1400" dirty="0" smtClean="0"/>
              <a:t>            </a:t>
            </a:r>
            <a:r>
              <a:rPr lang="en-US" sz="1400" dirty="0" err="1" smtClean="0"/>
              <a:t>vehicle.printVehicleDetails</a:t>
            </a:r>
            <a:r>
              <a:rPr lang="en-US" sz="1400" dirty="0" smtClean="0"/>
              <a:t>();</a:t>
            </a:r>
          </a:p>
          <a:p>
            <a:r>
              <a:rPr lang="en-US" sz="1400" dirty="0" smtClean="0"/>
              <a:t>        }</a:t>
            </a:r>
          </a:p>
          <a:p>
            <a:r>
              <a:rPr lang="en-US" sz="1400" dirty="0" smtClean="0"/>
              <a:t>    }</a:t>
            </a:r>
          </a:p>
          <a:p>
            <a:r>
              <a:rPr lang="en-US" sz="1400" dirty="0" smtClean="0"/>
              <a:t>}</a:t>
            </a:r>
            <a:endParaRPr lang="en-US" sz="14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Afișarea datelor vehiculelor din șir în metoda main:</a:t>
            </a:r>
            <a:endParaRPr kumimoji="0" lang="en-US" alt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 a afișa datele, vom modifica metoda 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pentru a adăuga mai multe vehicule și apoi le vom afișa. Iată versiunea actualizată: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585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940777" y="2220946"/>
            <a:ext cx="10010498" cy="1769715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Separarea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responsabilităților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  <a:p>
            <a:pPr marL="457200" marR="0" lvl="1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Pachetul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domain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Conține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clasa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care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reprezintă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entitatea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bază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aplicației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Acest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pachet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este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destinat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clasele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care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modelează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conceptele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fundamentale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ale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domeniului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aplicație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457200" marR="0" lvl="1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Pachetul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repository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Conține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clasa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VehicleRepository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care se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ocupă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stocarea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gestionarea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colecțiilor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obiecte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Acest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pachet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este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responsabil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persistența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datelor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operațiunile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asociate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457200" marR="0" lvl="1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Pachetul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utils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Conține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enumerarea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MileageUnit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care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reprezintă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un tip de date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auxiliar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utilizat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în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aplicație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Acest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pachet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este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pentru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clase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utilitare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și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tipuri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de date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comune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52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902</Words>
  <Application>Microsoft Office PowerPoint</Application>
  <PresentationFormat>Widescreen</PresentationFormat>
  <Paragraphs>202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Consolas</vt:lpstr>
      <vt:lpstr>Office Theme</vt:lpstr>
      <vt:lpstr>Lab1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</dc:title>
  <dc:creator>user</dc:creator>
  <cp:lastModifiedBy>user</cp:lastModifiedBy>
  <cp:revision>4</cp:revision>
  <dcterms:created xsi:type="dcterms:W3CDTF">2024-10-03T03:51:50Z</dcterms:created>
  <dcterms:modified xsi:type="dcterms:W3CDTF">2024-10-03T03:59:52Z</dcterms:modified>
</cp:coreProperties>
</file>